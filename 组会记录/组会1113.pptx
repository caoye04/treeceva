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327" r:id="rId3"/>
    <p:sldId id="265" r:id="rId4"/>
    <p:sldId id="277" r:id="rId5"/>
    <p:sldId id="315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42" r:id="rId17"/>
    <p:sldId id="341" r:id="rId18"/>
    <p:sldId id="343" r:id="rId19"/>
    <p:sldId id="344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image" Target="../media/image4.svg"/><Relationship Id="rId2" Type="http://schemas.openxmlformats.org/officeDocument/2006/relationships/tags" Target="../tags/tag16.xml"/><Relationship Id="rId16" Type="http://schemas.openxmlformats.org/officeDocument/2006/relationships/image" Target="../media/image3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image" Target="../media/image2.svg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050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1106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6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766068" cy="2469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/>
              <a:t>分享了</a:t>
            </a:r>
            <a:r>
              <a:rPr lang="en-US" altLang="zh-CN" sz="2000" dirty="0"/>
              <a:t>COT</a:t>
            </a:r>
            <a:r>
              <a:rPr lang="zh-CN" altLang="en-US" sz="2000" dirty="0"/>
              <a:t>生成框架优化：边缘信息精简规则实现；做</a:t>
            </a:r>
            <a:r>
              <a:rPr lang="en-US" altLang="zh-CN" sz="2000" dirty="0"/>
              <a:t>cot</a:t>
            </a:r>
            <a:r>
              <a:rPr lang="zh-CN" altLang="en-US" sz="2000" dirty="0"/>
              <a:t>的简化和梳理；产出了正序和倒叙两种</a:t>
            </a:r>
            <a:r>
              <a:rPr lang="en-US" altLang="zh-CN" sz="2000" dirty="0"/>
              <a:t>cot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后续需要再优化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使其更专业化、需考虑过长循环状况、更换倒叙思路、做中英双语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000" dirty="0">
                <a:sym typeface="+mn-ea"/>
              </a:rPr>
              <a:t>下周需要将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框架与增广框架拼接起来，并产出足量的带正序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的数据集（</a:t>
            </a:r>
            <a:r>
              <a:rPr lang="en-US" altLang="zh-CN" sz="2000" dirty="0">
                <a:sym typeface="+mn-ea"/>
              </a:rPr>
              <a:t>500</a:t>
            </a:r>
            <a:r>
              <a:rPr lang="zh-CN" altLang="en-US" sz="2000" dirty="0">
                <a:sym typeface="+mn-ea"/>
              </a:rPr>
              <a:t>）来进行实验</a:t>
            </a:r>
            <a:endParaRPr lang="en-US" altLang="zh-CN" sz="20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5797622"/>
              </p:ext>
            </p:extLst>
          </p:nvPr>
        </p:nvGraphicFramePr>
        <p:xfrm>
          <a:off x="190500" y="1090295"/>
          <a:ext cx="11628755" cy="553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7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0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65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进展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50000"/>
                        </a:lnSpc>
                        <a:buAutoNum type="arabicPeriod"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Todo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会议纪要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一、回顾：往期工作速览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243776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2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3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7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4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5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可视化工具集成</a:t>
              </a: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12636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8740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636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15716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68338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一、回顾：往期工作速览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-85788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2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3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7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4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5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1600" dirty="0">
                  <a:sym typeface="+mn-ea"/>
                </a:rPr>
                <a:t>可视化工具集成</a:t>
              </a: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-316928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-250825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-316928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-17240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-161226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</a:p>
        </p:txBody>
      </p:sp>
      <p:pic>
        <p:nvPicPr>
          <p:cNvPr id="34" name="图片 33" descr="对勾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92695" y="1193800"/>
            <a:ext cx="914400" cy="9144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8961755" y="15068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体验不错，后续待优化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836025" y="2596515"/>
            <a:ext cx="33553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新逻辑：</a:t>
            </a:r>
            <a:br>
              <a:rPr lang="zh-CN" altLang="en-US" sz="2000"/>
            </a:br>
            <a:r>
              <a:rPr lang="zh-CN" altLang="en-US" sz="2000"/>
              <a:t>记录完整的类似</a:t>
            </a:r>
            <a:r>
              <a:rPr lang="en-US" altLang="zh-CN" sz="2000"/>
              <a:t>gdb</a:t>
            </a:r>
            <a:r>
              <a:rPr lang="zh-CN" altLang="en-US" sz="2000"/>
              <a:t>数据</a:t>
            </a:r>
          </a:p>
          <a:p>
            <a:r>
              <a:rPr lang="zh-CN" altLang="en-US" sz="2000"/>
              <a:t>由</a:t>
            </a:r>
            <a:r>
              <a:rPr lang="en-US" altLang="zh-CN" sz="2000"/>
              <a:t>ai</a:t>
            </a:r>
            <a:r>
              <a:rPr lang="zh-CN" altLang="en-US" sz="2000"/>
              <a:t>生成优化后倒叙思维</a:t>
            </a:r>
            <a:r>
              <a:rPr lang="en-US" altLang="zh-CN" sz="2000"/>
              <a:t>cot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961755" y="4710430"/>
            <a:ext cx="1515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已完善</a:t>
            </a:r>
          </a:p>
        </p:txBody>
      </p:sp>
      <p:pic>
        <p:nvPicPr>
          <p:cNvPr id="38" name="图片 37" descr="对勾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55585" y="4605020"/>
            <a:ext cx="914400" cy="914400"/>
          </a:xfrm>
          <a:prstGeom prst="rect">
            <a:avLst/>
          </a:prstGeom>
        </p:spPr>
      </p:pic>
      <p:pic>
        <p:nvPicPr>
          <p:cNvPr id="6" name="图片 5" descr="对勾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60305" y="2337435"/>
            <a:ext cx="914400" cy="914400"/>
          </a:xfrm>
          <a:prstGeom prst="rect">
            <a:avLst/>
          </a:prstGeom>
        </p:spPr>
      </p:pic>
      <p:pic>
        <p:nvPicPr>
          <p:cNvPr id="39" name="图片 38" descr="叉号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4365" y="3576320"/>
            <a:ext cx="535940" cy="53594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9109710" y="3260725"/>
            <a:ext cx="2863215" cy="28829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一、回顾：往期工作速览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666115" y="1141730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上周讨论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生成逻辑：</a:t>
            </a: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FF0000"/>
                </a:solidFill>
                <a:sym typeface="+mn-ea"/>
              </a:rPr>
              <a:t>去掉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依赖，保证结果的可控性与高质量</a:t>
            </a:r>
          </a:p>
        </p:txBody>
      </p:sp>
      <p:pic>
        <p:nvPicPr>
          <p:cNvPr id="3" name="图片 7" descr="向右箭头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9925" y="2332355"/>
            <a:ext cx="691515" cy="691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81667" y="1390221"/>
            <a:ext cx="5042535" cy="24692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ym typeface="+mn-ea"/>
              </a:rPr>
              <a:t>相关问题与新需求：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优化一些边缘情况的处理如</a:t>
            </a:r>
            <a:r>
              <a:rPr lang="en-US" altLang="zh-CN" sz="2000" dirty="0" err="1">
                <a:sym typeface="+mn-ea"/>
              </a:rPr>
              <a:t>s.a.b</a:t>
            </a:r>
            <a:r>
              <a:rPr lang="zh-CN" altLang="en-US" sz="2000" dirty="0">
                <a:sym typeface="+mn-ea"/>
              </a:rPr>
              <a:t>等情况</a:t>
            </a:r>
            <a:endParaRPr lang="en-US" altLang="zh-CN" sz="20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尝试有正序和倒叙两种</a:t>
            </a:r>
            <a:r>
              <a:rPr lang="en-US" altLang="zh-CN" sz="2000" dirty="0">
                <a:sym typeface="+mn-ea"/>
              </a:rPr>
              <a:t>cot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做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的简化和梳理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69369"/>
            <a:ext cx="10373711" cy="3893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800" dirty="0">
                <a:sym typeface="+mn-ea"/>
              </a:rPr>
              <a:t>问题描述：</a:t>
            </a:r>
            <a:endParaRPr lang="en-US" altLang="zh-CN" sz="1800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在之前的框架中，如果存在类似于</a:t>
            </a:r>
            <a:r>
              <a:rPr lang="en-US" altLang="zh-CN" dirty="0"/>
              <a:t>student(age</a:t>
            </a:r>
            <a:r>
              <a:rPr lang="zh-CN" altLang="en-US" dirty="0"/>
              <a:t>、</a:t>
            </a:r>
            <a:r>
              <a:rPr lang="en-US" altLang="zh-CN" dirty="0"/>
              <a:t>name</a:t>
            </a:r>
            <a:r>
              <a:rPr lang="zh-CN" altLang="en-US" dirty="0"/>
              <a:t>、</a:t>
            </a:r>
            <a:r>
              <a:rPr lang="en-US" altLang="zh-CN" dirty="0"/>
              <a:t>score(math</a:t>
            </a:r>
            <a:r>
              <a:rPr lang="zh-CN" altLang="en-US" dirty="0"/>
              <a:t>、</a:t>
            </a:r>
            <a:r>
              <a:rPr lang="en-US" altLang="zh-CN" dirty="0"/>
              <a:t>English))</a:t>
            </a:r>
            <a:r>
              <a:rPr lang="zh-CN" altLang="en-US" dirty="0"/>
              <a:t>这种数据结构；并且我们只需要</a:t>
            </a:r>
            <a:r>
              <a:rPr lang="en-US" altLang="zh-CN" dirty="0"/>
              <a:t>student.score.math</a:t>
            </a:r>
            <a:r>
              <a:rPr lang="zh-CN" altLang="en-US" dirty="0"/>
              <a:t>的数据的时候，</a:t>
            </a:r>
            <a:r>
              <a:rPr lang="en-US" altLang="zh-CN" dirty="0"/>
              <a:t>cot</a:t>
            </a:r>
            <a:r>
              <a:rPr lang="zh-CN" altLang="en-US" dirty="0"/>
              <a:t>生成体系不会做剪枝识别，会完整的记录</a:t>
            </a:r>
            <a:r>
              <a:rPr lang="en-US" altLang="zh-CN" dirty="0"/>
              <a:t>student</a:t>
            </a:r>
            <a:r>
              <a:rPr lang="zh-CN" altLang="en-US" dirty="0"/>
              <a:t>数据结构内容。这个会有两个重大问题：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可能只存了数据类型，没记录真正需要的值，导致了</a:t>
            </a:r>
            <a:r>
              <a:rPr lang="zh-CN" altLang="en-US" dirty="0">
                <a:solidFill>
                  <a:srgbClr val="FF0000"/>
                </a:solidFill>
              </a:rPr>
              <a:t>信息缺失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记录了太多的数据，消耗过多</a:t>
            </a:r>
            <a:r>
              <a:rPr lang="en-US" altLang="zh-CN" dirty="0"/>
              <a:t>token</a:t>
            </a:r>
            <a:r>
              <a:rPr lang="zh-CN" altLang="en-US" dirty="0"/>
              <a:t>记录无用信息，导致了</a:t>
            </a:r>
            <a:r>
              <a:rPr lang="zh-CN" altLang="en-US" dirty="0">
                <a:solidFill>
                  <a:srgbClr val="FF0000"/>
                </a:solidFill>
              </a:rPr>
              <a:t>信息冗余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u="sng" dirty="0"/>
              <a:t>总的来说，它对这种特殊情况，会留下一大堆垃圾信息，反而可能丢弃有用信息，所以亟待改进</a:t>
            </a:r>
            <a:endParaRPr lang="en-US" altLang="zh-CN" u="sn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373711" cy="3893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800" dirty="0">
                <a:sym typeface="+mn-ea"/>
              </a:rPr>
              <a:t>解决方案：</a:t>
            </a:r>
            <a:r>
              <a:rPr lang="zh-CN" altLang="en-US" b="1" dirty="0"/>
              <a:t>延迟格式化 </a:t>
            </a:r>
            <a:r>
              <a:rPr lang="en-US" altLang="zh-CN" b="1" dirty="0"/>
              <a:t>+ </a:t>
            </a:r>
            <a:r>
              <a:rPr lang="zh-CN" altLang="en-US" b="1" dirty="0"/>
              <a:t>基于当前行需求的精简显示</a:t>
            </a:r>
            <a:endParaRPr lang="en-US" altLang="zh-CN" sz="1800" b="1" dirty="0">
              <a:sym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实现 </a:t>
            </a:r>
            <a:r>
              <a:rPr lang="en-US" altLang="zh-CN" dirty="0"/>
              <a:t>AttributePathCollector</a:t>
            </a:r>
            <a:r>
              <a:rPr lang="zh-CN" altLang="en-US" dirty="0"/>
              <a:t>类</a:t>
            </a:r>
            <a:r>
              <a:rPr lang="en-US" altLang="zh-CN" dirty="0"/>
              <a:t> </a:t>
            </a:r>
            <a:r>
              <a:rPr lang="zh-CN" altLang="en-US" dirty="0"/>
              <a:t>来分析代码中所有属性访问路径（如 </a:t>
            </a:r>
            <a:r>
              <a:rPr lang="en-US" altLang="zh-CN" dirty="0"/>
              <a:t>student.score.math</a:t>
            </a:r>
            <a:r>
              <a:rPr lang="zh-CN" altLang="en-US" dirty="0"/>
              <a:t>），并构建了变量到其使用属性的映射关系。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在剪枝阶段，基于当前行的实际属性访问情况（通过 第一步 分析当前行），动态决定每个对象只保留被访问的属性路径，未被访问的属性用省略号表示。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tracer</a:t>
            </a:r>
            <a:r>
              <a:rPr lang="zh-CN" altLang="en-US" dirty="0"/>
              <a:t>阶段的直接格式化字符串改为先保留为结构化数据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再根据属性访问需求进行选择性格式化，从而既保留了必要信息又避免了冗余。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682714" cy="5001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问题</a:t>
            </a:r>
            <a:r>
              <a:rPr lang="zh-CN" altLang="en-US" dirty="0"/>
              <a:t>：原框架记录完整对象结构，导致 </a:t>
            </a:r>
            <a:r>
              <a:rPr lang="en-US" altLang="zh-CN" dirty="0"/>
              <a:t>token </a:t>
            </a:r>
            <a:r>
              <a:rPr lang="zh-CN" altLang="en-US" dirty="0"/>
              <a:t>浪费且可能丢失关键信息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技术方案</a:t>
            </a:r>
            <a:r>
              <a:rPr lang="zh-CN" altLang="en-US" dirty="0"/>
              <a:t>：延迟格式化 </a:t>
            </a:r>
            <a:r>
              <a:rPr lang="en-US" altLang="zh-CN" dirty="0"/>
              <a:t>+ </a:t>
            </a:r>
            <a:r>
              <a:rPr lang="zh-CN" altLang="en-US" dirty="0"/>
              <a:t>基于当前行需求的精简显示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效果对比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原先：</a:t>
            </a:r>
            <a:r>
              <a:rPr lang="en-US" altLang="zh-CN" dirty="0"/>
              <a:t>Student(name='Alice', age=18, score=Score(math=95, english=88)) </a:t>
            </a:r>
            <a:r>
              <a:rPr lang="zh-CN" altLang="en-US" dirty="0"/>
              <a:t>全量显示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现在：</a:t>
            </a:r>
            <a:r>
              <a:rPr lang="en-US" altLang="zh-CN" dirty="0"/>
              <a:t>Student(score=Score(math=95)) </a:t>
            </a:r>
            <a:r>
              <a:rPr lang="zh-CN" altLang="en-US" dirty="0"/>
              <a:t>仅显示被访问的 </a:t>
            </a:r>
            <a:r>
              <a:rPr lang="en-US" altLang="zh-CN" dirty="0"/>
              <a:t>score.math</a:t>
            </a:r>
          </a:p>
          <a:p>
            <a:pPr>
              <a:lnSpc>
                <a:spcPct val="200000"/>
              </a:lnSpc>
            </a:pPr>
            <a:r>
              <a:rPr lang="zh-CN" altLang="en-US" b="1" dirty="0"/>
              <a:t>实际应用效用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在复杂类的</a:t>
            </a:r>
            <a:r>
              <a:rPr lang="en-US" altLang="zh-CN" dirty="0"/>
              <a:t>python</a:t>
            </a:r>
            <a:r>
              <a:rPr lang="zh-CN" altLang="en-US" dirty="0"/>
              <a:t>代码中，这个技术方案极大程度地减少了冗余信息，且尽量地保留了有用信息，提升信噪比。但目前在一些很特殊的情况下可能还是清的不够干净，但试了好久没做到最符合预期的效果。但个人认为够用，让我们来看两个例子：</a:t>
            </a:r>
            <a:r>
              <a:rPr lang="en-US" altLang="zh-CN" dirty="0"/>
              <a:t>[ COT</a:t>
            </a:r>
            <a:r>
              <a:rPr lang="zh-CN" altLang="en-US" dirty="0"/>
              <a:t>生成框架 </a:t>
            </a:r>
            <a:r>
              <a:rPr lang="en-US" altLang="zh-CN" dirty="0"/>
              <a:t>- </a:t>
            </a:r>
            <a:r>
              <a:rPr lang="zh-CN" altLang="en-US" dirty="0"/>
              <a:t>测试用例可视化网页 </a:t>
            </a:r>
            <a:r>
              <a:rPr lang="en-US" altLang="zh-CN" dirty="0"/>
              <a:t>]</a:t>
            </a:r>
            <a:r>
              <a:rPr lang="zh-CN" altLang="en-US" dirty="0"/>
              <a:t>（这次做了高亮美化）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682714" cy="11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问题</a:t>
            </a:r>
            <a:r>
              <a:rPr lang="zh-CN" altLang="en-US" dirty="0"/>
              <a:t>：原框架记录完整对象结构，导致 </a:t>
            </a:r>
            <a:r>
              <a:rPr lang="en-US" altLang="zh-CN" dirty="0"/>
              <a:t>token </a:t>
            </a:r>
            <a:r>
              <a:rPr lang="zh-CN" altLang="en-US" dirty="0"/>
              <a:t>浪费且可能丢失关键信息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技术方案</a:t>
            </a:r>
            <a:r>
              <a:rPr lang="zh-CN" altLang="en-US" dirty="0"/>
              <a:t>：延迟格式化 </a:t>
            </a:r>
            <a:r>
              <a:rPr lang="en-US" altLang="zh-CN" dirty="0"/>
              <a:t>+ </a:t>
            </a:r>
            <a:r>
              <a:rPr lang="zh-CN" altLang="en-US" dirty="0"/>
              <a:t>基于当前行需求的精简显示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8" y="2272352"/>
            <a:ext cx="10972800" cy="4585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二、进展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边缘信息精简规则（如</a:t>
            </a:r>
            <a:r>
              <a:rPr lang="en-US" altLang="zh-CN" sz="2400" dirty="0">
                <a:sym typeface="+mn-ea"/>
              </a:rPr>
              <a:t>s.a.b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99090" y="925226"/>
            <a:ext cx="10682714" cy="112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问题</a:t>
            </a:r>
            <a:r>
              <a:rPr lang="zh-CN" altLang="en-US" dirty="0"/>
              <a:t>：原框架记录完整对象结构，导致 </a:t>
            </a:r>
            <a:r>
              <a:rPr lang="en-US" altLang="zh-CN" dirty="0"/>
              <a:t>token </a:t>
            </a:r>
            <a:r>
              <a:rPr lang="zh-CN" altLang="en-US" dirty="0"/>
              <a:t>浪费且可能丢失关键信息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技术方案</a:t>
            </a:r>
            <a:r>
              <a:rPr lang="zh-CN" altLang="en-US" dirty="0"/>
              <a:t>：延迟格式化 </a:t>
            </a:r>
            <a:r>
              <a:rPr lang="en-US" altLang="zh-CN" dirty="0"/>
              <a:t>+ </a:t>
            </a:r>
            <a:r>
              <a:rPr lang="zh-CN" altLang="en-US" dirty="0"/>
              <a:t>基于当前行需求的精简显示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8" y="2095581"/>
            <a:ext cx="10953881" cy="44597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3" y="920707"/>
            <a:ext cx="3659456" cy="57354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箭头: 右 6"/>
          <p:cNvSpPr/>
          <p:nvPr/>
        </p:nvSpPr>
        <p:spPr>
          <a:xfrm>
            <a:off x="4244076" y="3186684"/>
            <a:ext cx="141259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31229" y="1106441"/>
            <a:ext cx="5850868" cy="33395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ym typeface="+mn-ea"/>
              </a:rPr>
              <a:t>重点问题：</a:t>
            </a:r>
            <a:endParaRPr lang="en-US" altLang="zh-CN" dirty="0">
              <a:sym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>
                <a:sym typeface="+mn-ea"/>
              </a:rPr>
              <a:t>过多的冗余信息：步骤</a:t>
            </a: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、当前状态</a:t>
            </a:r>
            <a:r>
              <a:rPr lang="en-US" altLang="zh-CN" dirty="0">
                <a:sym typeface="+mn-ea"/>
              </a:rPr>
              <a:t>xxx</a:t>
            </a:r>
            <a:r>
              <a:rPr lang="zh-CN" altLang="en-US" dirty="0">
                <a:sym typeface="+mn-ea"/>
              </a:rPr>
              <a:t>，担心当代码过于复杂的时候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cot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太长了、且信噪比低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>
                <a:sym typeface="+mn-ea"/>
              </a:rPr>
              <a:t>希望变成每一行后面紧跟着对其的解释即可，比如</a:t>
            </a:r>
            <a:r>
              <a:rPr lang="en-US" altLang="zh-CN" dirty="0">
                <a:sym typeface="+mn-ea"/>
              </a:rPr>
              <a:t>d=</a:t>
            </a:r>
            <a:r>
              <a:rPr lang="en-US" altLang="zh-CN" dirty="0" err="1">
                <a:sym typeface="+mn-ea"/>
              </a:rPr>
              <a:t>d+a</a:t>
            </a:r>
            <a:r>
              <a:rPr lang="zh-CN" altLang="en-US" dirty="0">
                <a:sym typeface="+mn-ea"/>
              </a:rPr>
              <a:t>对应“计算右侧表达式，</a:t>
            </a:r>
            <a:r>
              <a:rPr lang="en-US" altLang="zh-CN" dirty="0" err="1">
                <a:sym typeface="+mn-ea"/>
              </a:rPr>
              <a:t>d+a</a:t>
            </a:r>
            <a:r>
              <a:rPr lang="zh-CN" altLang="en-US" dirty="0">
                <a:sym typeface="+mn-ea"/>
              </a:rPr>
              <a:t>需要</a:t>
            </a:r>
            <a:r>
              <a:rPr lang="en-US" altLang="zh-CN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的值，从之前第几行可知，</a:t>
            </a:r>
            <a:r>
              <a:rPr lang="en-US" altLang="zh-CN" dirty="0">
                <a:sym typeface="+mn-ea"/>
              </a:rPr>
              <a:t>d=x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a=y,</a:t>
            </a:r>
            <a:r>
              <a:rPr lang="zh-CN" altLang="en-US" dirty="0">
                <a:sym typeface="+mn-ea"/>
              </a:rPr>
              <a:t>所以”这种信息</a:t>
            </a:r>
            <a:endParaRPr lang="en-US" altLang="zh-CN" dirty="0">
              <a:sym typeface="+mn-ea"/>
            </a:endParaRPr>
          </a:p>
        </p:txBody>
      </p:sp>
      <p:sp>
        <p:nvSpPr>
          <p:cNvPr id="9" name="箭头: 右 8"/>
          <p:cNvSpPr/>
          <p:nvPr/>
        </p:nvSpPr>
        <p:spPr>
          <a:xfrm rot="5400000">
            <a:off x="7850560" y="4786625"/>
            <a:ext cx="814026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24170" y="5441547"/>
            <a:ext cx="3659456" cy="728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生成简化与逻辑优化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3" y="920707"/>
            <a:ext cx="3659456" cy="57354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箭头: 右 6"/>
          <p:cNvSpPr/>
          <p:nvPr/>
        </p:nvSpPr>
        <p:spPr>
          <a:xfrm>
            <a:off x="4244076" y="3186684"/>
            <a:ext cx="141259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843" y="2033762"/>
            <a:ext cx="6491157" cy="279047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27857" y="5277586"/>
            <a:ext cx="6930521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从前后对比可以看出，有做不少的简化且没有丢失信息</a:t>
            </a:r>
            <a:endParaRPr lang="en-US" altLang="zh-CN" sz="2000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41" y="1566496"/>
            <a:ext cx="11119476" cy="40019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600" y="820138"/>
            <a:ext cx="5518634" cy="5105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41" y="1566496"/>
            <a:ext cx="11119476" cy="40019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1663065"/>
            <a:ext cx="11142345" cy="4368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677545"/>
            <a:ext cx="2959100" cy="55568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895" y="677545"/>
            <a:ext cx="3655695" cy="55645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7981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三、进展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生成器的结构简化与优化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99090" y="932609"/>
            <a:ext cx="6610760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其他例子：同样起到了简化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的作用</a:t>
            </a:r>
            <a:endParaRPr lang="en-US" altLang="zh-CN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1663065"/>
            <a:ext cx="11142345" cy="43681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34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四、进展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正序和倒叙两种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的生成机制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3080" y="686435"/>
            <a:ext cx="82181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问题</a:t>
            </a:r>
            <a:r>
              <a:rPr lang="zh-CN" altLang="en-US" dirty="0">
                <a:sym typeface="+mn-ea"/>
              </a:rPr>
              <a:t>：原框架的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仅仅有正序，在输出预测输入的评估集体系中表现一般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解决方案</a:t>
            </a:r>
            <a:r>
              <a:rPr lang="zh-CN" altLang="en-US" dirty="0">
                <a:sym typeface="+mn-ea"/>
              </a:rPr>
              <a:t>：根据目前地框架，扩展一个生成倒叙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的组件</a:t>
            </a:r>
            <a:endParaRPr lang="zh-CN" altLang="en-US" b="1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技术方案</a:t>
            </a:r>
            <a:r>
              <a:rPr lang="zh-CN" altLang="en-US" dirty="0">
                <a:sym typeface="+mn-ea"/>
              </a:rPr>
              <a:t>：类似于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结构，做倒叙复现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2439670"/>
            <a:ext cx="10934065" cy="4464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34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四、进展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正序和倒叙两种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的生成机制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3080" y="686435"/>
            <a:ext cx="82181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问题</a:t>
            </a:r>
            <a:r>
              <a:rPr lang="zh-CN" altLang="en-US" dirty="0">
                <a:sym typeface="+mn-ea"/>
              </a:rPr>
              <a:t>：原框架的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仅仅有正序，在输出预测输入的评估集体系中表现一般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解决方案</a:t>
            </a:r>
            <a:r>
              <a:rPr lang="zh-CN" altLang="en-US" dirty="0">
                <a:sym typeface="+mn-ea"/>
              </a:rPr>
              <a:t>：根据目前地框架，扩展一个生成倒叙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的组件</a:t>
            </a:r>
            <a:endParaRPr lang="zh-CN" altLang="en-US" b="1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技术方案</a:t>
            </a:r>
            <a:r>
              <a:rPr lang="zh-CN" altLang="en-US" dirty="0">
                <a:sym typeface="+mn-ea"/>
              </a:rPr>
              <a:t>：类似于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结构，做倒叙复现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" y="2439670"/>
            <a:ext cx="10397490" cy="4281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347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四、进展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正序和倒叙两种</a:t>
            </a:r>
            <a:r>
              <a:rPr lang="en-US" altLang="zh-CN" sz="2400" dirty="0">
                <a:sym typeface="+mn-ea"/>
              </a:rPr>
              <a:t>cot</a:t>
            </a:r>
            <a:r>
              <a:rPr lang="zh-CN" altLang="en-US" sz="2400" dirty="0">
                <a:sym typeface="+mn-ea"/>
              </a:rPr>
              <a:t>的生成机制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3080" y="686435"/>
            <a:ext cx="920877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问题</a:t>
            </a:r>
            <a:r>
              <a:rPr lang="zh-CN" altLang="en-US" dirty="0">
                <a:sym typeface="+mn-ea"/>
              </a:rPr>
              <a:t>：原框架的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仅仅有正序，在输出预测输入的评估集体系中表现一般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解决方案</a:t>
            </a:r>
            <a:r>
              <a:rPr lang="zh-CN" altLang="en-US" dirty="0">
                <a:sym typeface="+mn-ea"/>
              </a:rPr>
              <a:t>：根据目前地框架，扩展一个生成倒叙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的组件</a:t>
            </a:r>
            <a:endParaRPr lang="zh-CN" altLang="en-US" b="1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技术方案</a:t>
            </a:r>
            <a:r>
              <a:rPr lang="zh-CN" altLang="en-US" dirty="0">
                <a:sym typeface="+mn-ea"/>
              </a:rPr>
              <a:t>：类似于</a:t>
            </a:r>
            <a:r>
              <a:rPr lang="en-US" altLang="zh-CN" dirty="0">
                <a:sym typeface="+mn-ea"/>
              </a:rPr>
              <a:t>cot</a:t>
            </a:r>
            <a:r>
              <a:rPr lang="zh-CN" altLang="en-US" dirty="0">
                <a:sym typeface="+mn-ea"/>
              </a:rPr>
              <a:t>结构，做倒叙复现</a:t>
            </a:r>
          </a:p>
          <a:p>
            <a:pPr>
              <a:lnSpc>
                <a:spcPct val="200000"/>
              </a:lnSpc>
            </a:pPr>
            <a:endParaRPr lang="zh-CN" altLang="en-US" dirty="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1. cot</a:t>
            </a:r>
            <a:r>
              <a:rPr lang="zh-CN" altLang="en-US" dirty="0">
                <a:sym typeface="+mn-ea"/>
              </a:rPr>
              <a:t>：第几行、补充解释的时候换行、解释更专业化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对于过长循环进行处理和管理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倒叙的思路：正序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大模型</a:t>
            </a:r>
            <a:r>
              <a:rPr lang="en-US" altLang="zh-CN" dirty="0">
                <a:sym typeface="+mn-ea"/>
              </a:rPr>
              <a:t>——&gt;</a:t>
            </a:r>
            <a:r>
              <a:rPr lang="zh-CN" altLang="en-US" dirty="0">
                <a:sym typeface="+mn-ea"/>
              </a:rPr>
              <a:t>可用的倒序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4. s.a.b</a:t>
            </a:r>
            <a:r>
              <a:rPr lang="zh-CN" altLang="en-US" dirty="0">
                <a:sym typeface="+mn-ea"/>
              </a:rPr>
              <a:t>的逻辑进行深究与细化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ym typeface="+mn-ea"/>
              </a:rPr>
              <a:t>5. </a:t>
            </a:r>
            <a:r>
              <a:rPr lang="zh-CN" altLang="en-US" dirty="0">
                <a:sym typeface="+mn-ea"/>
              </a:rPr>
              <a:t>中英文转换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0179637,20211662,50039266,2156468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15*418"/>
  <p:tag name="TABLE_ENDDRAG_RECT" val="15*85*915*41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1576</Words>
  <Application>Microsoft Office PowerPoint</Application>
  <PresentationFormat>宽屏</PresentationFormat>
  <Paragraphs>133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caoye541@gmail.com</cp:lastModifiedBy>
  <cp:revision>63</cp:revision>
  <dcterms:created xsi:type="dcterms:W3CDTF">2025-10-01T20:32:00Z</dcterms:created>
  <dcterms:modified xsi:type="dcterms:W3CDTF">2025-11-11T12:20:39Z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0EF9495A275B44739829F704D14D350D_13</vt:lpwstr>
  </property>
  <property fmtid="{D5CDD505-2E9C-101B-9397-08002B2CF9AE}" pid="3" name="KSOProductBuildVer">
    <vt:lpwstr>2052-12.1.0.19302</vt:lpwstr>
  </property>
</Properties>
</file>